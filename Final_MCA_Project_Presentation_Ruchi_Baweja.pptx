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605" y="2970213"/>
            <a:ext cx="8229600" cy="1143000"/>
          </a:xfrm>
        </p:spPr>
        <p:txBody>
          <a:bodyPr>
            <a:normAutofit fontScale="90000"/>
          </a:bodyPr>
          <a:lstStyle/>
          <a:p>
            <a:br/>
            <a:r>
              <a:t>Project Title</a:t>
            </a:r>
            <a:b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305" y="4667885"/>
            <a:ext cx="7770495" cy="1612265"/>
          </a:xfrm>
        </p:spPr>
        <p:txBody>
          <a:bodyPr/>
          <a:lstStyle/>
          <a:p>
            <a:r>
              <a:t>AI-Powered Customer Support Chatbot Platform with Multi-Channel Integration</a:t>
            </a:r>
          </a:p>
        </p:txBody>
      </p:sp>
      <p:pic>
        <p:nvPicPr>
          <p:cNvPr id="4" name="Picture 1" descr="Chandigarh University - Wikipedi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8320" y="721360"/>
            <a:ext cx="5326380" cy="1927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Name: Ruchi Baweja</a:t>
            </a:r>
          </a:p>
          <a:p>
            <a:r>
              <a:t>Enrollment No: O24MCA111154</a:t>
            </a:r>
          </a:p>
          <a:p>
            <a:r>
              <a:t>Mentor: Vasanthi Chandran</a:t>
            </a:r>
          </a:p>
          <a:p>
            <a:r>
              <a:t>Session: 2026-2027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chatbot platforms automate customer interaction using NLP and machine learning technologies.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Handle user queries across channels</a:t>
            </a:r>
          </a:p>
          <a:p>
            <a:r>
              <a:t>• Integrate NLP techniques</a:t>
            </a:r>
          </a:p>
          <a:p>
            <a:r>
              <a:t>• Improve customer engagement</a:t>
            </a:r>
          </a:p>
          <a:p>
            <a:r>
              <a:t>• Enable live agent escalation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Study chatbot architecture</a:t>
            </a:r>
          </a:p>
          <a:p>
            <a:r>
              <a:t>• Integrate NLP libraries</a:t>
            </a:r>
          </a:p>
          <a:p>
            <a:r>
              <a:t>• Develop intent recognition</a:t>
            </a:r>
          </a:p>
          <a:p>
            <a:r>
              <a:t>• Create analytics dashboard</a:t>
            </a:r>
          </a:p>
          <a:p>
            <a:r>
              <a:t>• Implement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→ Backend APIs → NLP Engine → Database → Analytics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React.js</a:t>
            </a:r>
          </a:p>
          <a:p>
            <a:r>
              <a:t>Node.js</a:t>
            </a:r>
          </a:p>
          <a:p>
            <a:r>
              <a:t>MongoDB</a:t>
            </a:r>
          </a:p>
          <a:p>
            <a:r>
              <a:t>Python NLP</a:t>
            </a:r>
          </a:p>
          <a:p>
            <a:r>
              <a:t>Socket.io</a:t>
            </a:r>
          </a:p>
          <a:p>
            <a:r>
              <a:t>GitHub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Automated Responses</a:t>
            </a:r>
          </a:p>
          <a:p>
            <a:r>
              <a:t>• Multi-Channel Integration</a:t>
            </a:r>
          </a:p>
          <a:p>
            <a:r>
              <a:t>• Secure Conversation History</a:t>
            </a:r>
          </a:p>
          <a:p>
            <a:r>
              <a:t>• Live Agent Handover</a:t>
            </a:r>
          </a:p>
          <a:p>
            <a:r>
              <a:t>• Analytics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Unit Testing</a:t>
            </a:r>
          </a:p>
          <a:p>
            <a:r>
              <a:t>Integration Testing</a:t>
            </a:r>
          </a:p>
          <a:p>
            <a:r>
              <a:t>System Testing</a:t>
            </a:r>
          </a:p>
          <a:p>
            <a:r>
              <a:t>Performance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Voice Assistant Integration</a:t>
            </a:r>
          </a:p>
          <a:p>
            <a:r>
              <a:t>• Multilingual Chatbot</a:t>
            </a:r>
          </a:p>
          <a:p>
            <a:r>
              <a:t>• Cloud Deployment</a:t>
            </a:r>
          </a:p>
          <a:p>
            <a:r>
              <a:t>• CRM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provides an intelligent and scalable customer support automation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1144</Words>
  <Application>WPS Presentation</Application>
  <PresentationFormat>On-screen Show (4:3)</PresentationFormat>
  <Paragraphs>69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Project Title</vt:lpstr>
      <vt:lpstr>Student Details</vt:lpstr>
      <vt:lpstr>Introduction</vt:lpstr>
      <vt:lpstr>Project Objectives</vt:lpstr>
      <vt:lpstr>Project Tasks</vt:lpstr>
      <vt:lpstr>System Architecture</vt:lpstr>
      <vt:lpstr>Technology Stack</vt:lpstr>
      <vt:lpstr>Key Features</vt:lpstr>
      <vt:lpstr>Testing</vt:lpstr>
      <vt:lpstr>Future Scope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hp</cp:lastModifiedBy>
  <cp:revision>2</cp:revision>
  <dcterms:created xsi:type="dcterms:W3CDTF">2013-01-27T09:14:00Z</dcterms:created>
  <dcterms:modified xsi:type="dcterms:W3CDTF">2026-05-20T16:31:17Z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19EAFB0DB9174E70B177432102B19B26_12</vt:lpwstr>
  </property>
  <property fmtid="{D5CDD505-2E9C-101B-9397-08002B2CF9AE}" pid="3" name="KSOProductBuildVer">
    <vt:lpwstr>1033-12.1.0.25242</vt:lpwstr>
  </property>
</Properties>
</file>